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94915B-707B-A445-74AE-CEEEFF386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EFAF498-3D84-610C-1CD9-ED89CF26B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384DD0-8482-4F49-9373-91FAEC98C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CB86-9D02-4EAF-92D6-993F0AA89364}" type="datetimeFigureOut">
              <a:rPr lang="de-DE" smtClean="0"/>
              <a:t>09.01.2023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0B7C0C-9727-8966-6D61-DC5A7539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A85231-5ED5-918A-52C4-CCB2157A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76C13-B2CD-406A-8CCB-6356FE93C9A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9790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24A316-FD8A-2139-5257-709BBAB1E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34CDA7-FA43-484C-4129-15F478C1D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F0845D-B9B1-2818-C4D0-9000F7DCA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CB86-9D02-4EAF-92D6-993F0AA89364}" type="datetimeFigureOut">
              <a:rPr lang="de-DE" smtClean="0"/>
              <a:t>09.01.2023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7330FA-98EE-EE9A-87BB-C2F9ECC7F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7966EC-273E-8B0F-8565-ADE4D5575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76C13-B2CD-406A-8CCB-6356FE93C9A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9581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0C7BDC-2A23-EE5E-B470-B47FFF548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F32902-85EC-3D01-ED57-D0CA3761D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C829F6-A863-CAFD-6B5D-52EE08953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CB86-9D02-4EAF-92D6-993F0AA89364}" type="datetimeFigureOut">
              <a:rPr lang="de-DE" smtClean="0"/>
              <a:t>09.01.2023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0C52A8-E576-EA4C-E589-B6D4C0300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80481F-9637-5097-1B08-20FF0A328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76C13-B2CD-406A-8CCB-6356FE93C9A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63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1025CA-95BF-97E4-453D-D9F09B18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5E757-61B2-E6E5-F24D-1EFF0EBA71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2FB623-0B76-8E0F-9A8B-14D5909F4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536CE1-4B4F-A688-472C-6F844FC3B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CB86-9D02-4EAF-92D6-993F0AA89364}" type="datetimeFigureOut">
              <a:rPr lang="de-DE" smtClean="0"/>
              <a:t>09.01.2023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A67085-CFD0-DFCA-627C-0E1138EAC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A2628D-2928-AADF-0887-0C822CA20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76C13-B2CD-406A-8CCB-6356FE93C9A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3783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3FC275-36AE-FBF9-26B5-8A9D3F7B4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25E717-76DD-9D9E-7446-0B9572FB5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63EEA7-9F83-AACE-C84C-5BB40BEF5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282304F-DAEA-96F3-7142-221EA09FF4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1AD6102-2F87-23FB-9B5B-A6DED5775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B2C12DC-7D6C-8179-881C-D17E0E34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CB86-9D02-4EAF-92D6-993F0AA89364}" type="datetimeFigureOut">
              <a:rPr lang="de-DE" smtClean="0"/>
              <a:t>09.01.2023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25900FE-2724-677A-E539-DDE59587C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4BB6CDC-E3FF-4D2E-5AA5-FCE184063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76C13-B2CD-406A-8CCB-6356FE93C9A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9826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DFA13E-FB88-872A-7464-8762A7E05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A3AED13-D069-94B9-677B-2DF2D09C4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CB86-9D02-4EAF-92D6-993F0AA89364}" type="datetimeFigureOut">
              <a:rPr lang="de-DE" smtClean="0"/>
              <a:t>09.01.2023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04E55AC-A33E-1C89-282E-45838D659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AA80B4-8CDC-F29E-CADF-73A9BD57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76C13-B2CD-406A-8CCB-6356FE93C9A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325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516F023-2925-4ACC-54D5-80839A011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CB86-9D02-4EAF-92D6-993F0AA89364}" type="datetimeFigureOut">
              <a:rPr lang="de-DE" smtClean="0"/>
              <a:t>09.01.2023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ADDDFD7-00CD-9F15-D026-26E8234F2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282DFF-9ECA-FD10-1566-CCBB3C16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76C13-B2CD-406A-8CCB-6356FE93C9A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538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9BA1A2-EDB6-41D7-26BB-ACD67CC4D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F14295-B4CD-6213-AB4F-22F0AAFBE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B2D6298-FB39-5910-80B4-C728692D5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0478F8-4227-75FB-3BB6-8ABFA6C5F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CB86-9D02-4EAF-92D6-993F0AA89364}" type="datetimeFigureOut">
              <a:rPr lang="de-DE" smtClean="0"/>
              <a:t>09.01.2023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F598BAB-12F4-8621-7753-149012FE9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8CD08E-FF57-119E-ABAC-B66DCDEA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76C13-B2CD-406A-8CCB-6356FE93C9A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4464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3A7445-E5E9-0DBA-2059-E30B3B27C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DD8164-8FC9-5281-330E-49745CC38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A926C15-011B-E0FB-7E7D-F9655029E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AD4102-AE18-EB3D-7CB0-54E74DE9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CB86-9D02-4EAF-92D6-993F0AA89364}" type="datetimeFigureOut">
              <a:rPr lang="de-DE" smtClean="0"/>
              <a:t>09.01.2023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A89CAC-9829-239B-C545-508361DE0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E9E90C-9325-3599-4551-6D3FED1CA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76C13-B2CD-406A-8CCB-6356FE93C9A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6134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358DF1-10E3-03E8-34D1-87685D3C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EE723ED-3569-67A7-EA13-736C5D0CB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AD2071-2545-BE4F-FE4D-2D3984427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CB86-9D02-4EAF-92D6-993F0AA89364}" type="datetimeFigureOut">
              <a:rPr lang="de-DE" smtClean="0"/>
              <a:t>09.01.2023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3D20B5-62D2-138A-C774-825567DBB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C619AF-63FE-25EF-B93E-B7259618A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76C13-B2CD-406A-8CCB-6356FE93C9A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4398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5C7818D-7D87-89C4-BF29-753FF837F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D7FB3AD-27B6-0A14-37F0-5E039398E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2DAAD7-40DF-66CB-DB16-BE52B53A3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CB86-9D02-4EAF-92D6-993F0AA89364}" type="datetimeFigureOut">
              <a:rPr lang="de-DE" smtClean="0"/>
              <a:t>09.01.2023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6DFC19-7D9D-3F1D-ED03-97D64C1F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CA8120-E44A-7DD9-3171-5A0FFA8D1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76C13-B2CD-406A-8CCB-6356FE93C9A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0990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D888C7C-6670-EB33-2DA4-831AC1C51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B59E2F-3BD3-5F66-3EA7-9C06C3412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232483-E905-8CAD-9CDD-DDAB048B5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6CB86-9D02-4EAF-92D6-993F0AA89364}" type="datetimeFigureOut">
              <a:rPr lang="de-DE" smtClean="0"/>
              <a:t>09.01.2023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28EDDE-43B9-2709-05AB-F4335AF32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C80B4F-F019-298A-7EA4-CF530A308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76C13-B2CD-406A-8CCB-6356FE93C9A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605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15CE1074-5237-DDFF-E4D0-18772231A2AC}"/>
              </a:ext>
            </a:extLst>
          </p:cNvPr>
          <p:cNvSpPr/>
          <p:nvPr/>
        </p:nvSpPr>
        <p:spPr>
          <a:xfrm>
            <a:off x="3588589" y="1664898"/>
            <a:ext cx="5926347" cy="3286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03DFA1CF-80AA-C7D5-12CE-4D1DBBFFB0F8}"/>
              </a:ext>
            </a:extLst>
          </p:cNvPr>
          <p:cNvCxnSpPr/>
          <p:nvPr/>
        </p:nvCxnSpPr>
        <p:spPr>
          <a:xfrm>
            <a:off x="9972136" y="1664898"/>
            <a:ext cx="0" cy="32866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225B5C29-EE57-57E0-6F46-9C968D2D76A8}"/>
              </a:ext>
            </a:extLst>
          </p:cNvPr>
          <p:cNvCxnSpPr>
            <a:cxnSpLocks/>
          </p:cNvCxnSpPr>
          <p:nvPr/>
        </p:nvCxnSpPr>
        <p:spPr>
          <a:xfrm>
            <a:off x="3588589" y="5247736"/>
            <a:ext cx="606149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6187CD18-4265-228F-3231-7F23CF9633A8}"/>
              </a:ext>
            </a:extLst>
          </p:cNvPr>
          <p:cNvSpPr/>
          <p:nvPr/>
        </p:nvSpPr>
        <p:spPr>
          <a:xfrm>
            <a:off x="9213011" y="2648309"/>
            <a:ext cx="655601" cy="3278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063F4B3-8196-DFAE-EB76-93335E74E689}"/>
              </a:ext>
            </a:extLst>
          </p:cNvPr>
          <p:cNvSpPr/>
          <p:nvPr/>
        </p:nvSpPr>
        <p:spPr>
          <a:xfrm>
            <a:off x="9218763" y="3117011"/>
            <a:ext cx="655601" cy="3278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F99FA25-CA1E-157C-8EFD-30CD0947E488}"/>
              </a:ext>
            </a:extLst>
          </p:cNvPr>
          <p:cNvSpPr/>
          <p:nvPr/>
        </p:nvSpPr>
        <p:spPr>
          <a:xfrm>
            <a:off x="9213011" y="3607279"/>
            <a:ext cx="655601" cy="3278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62A1B66-EBCB-3786-07B0-153ED67339BA}"/>
              </a:ext>
            </a:extLst>
          </p:cNvPr>
          <p:cNvSpPr/>
          <p:nvPr/>
        </p:nvSpPr>
        <p:spPr>
          <a:xfrm>
            <a:off x="9087935" y="2075371"/>
            <a:ext cx="655601" cy="3278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4C44914-2A0F-E997-1489-FBABC8DBEB99}"/>
              </a:ext>
            </a:extLst>
          </p:cNvPr>
          <p:cNvSpPr/>
          <p:nvPr/>
        </p:nvSpPr>
        <p:spPr>
          <a:xfrm>
            <a:off x="9087935" y="4293798"/>
            <a:ext cx="655601" cy="32780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61F2F8F-D36B-C051-D071-B1D8C0C4D220}"/>
              </a:ext>
            </a:extLst>
          </p:cNvPr>
          <p:cNvSpPr txBox="1"/>
          <p:nvPr/>
        </p:nvSpPr>
        <p:spPr>
          <a:xfrm>
            <a:off x="9213011" y="2075371"/>
            <a:ext cx="111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DC+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1F4FD30-42CB-08B2-4D42-1ABD83C94A1D}"/>
              </a:ext>
            </a:extLst>
          </p:cNvPr>
          <p:cNvSpPr txBox="1"/>
          <p:nvPr/>
        </p:nvSpPr>
        <p:spPr>
          <a:xfrm>
            <a:off x="9213011" y="4293798"/>
            <a:ext cx="111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DC-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EE5C6D2-8AA8-D9D9-9500-55D9BEE34371}"/>
              </a:ext>
            </a:extLst>
          </p:cNvPr>
          <p:cNvSpPr txBox="1"/>
          <p:nvPr/>
        </p:nvSpPr>
        <p:spPr>
          <a:xfrm>
            <a:off x="9213011" y="2616762"/>
            <a:ext cx="111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72128B2-B5FC-84F4-27AB-9BBB2CC59492}"/>
              </a:ext>
            </a:extLst>
          </p:cNvPr>
          <p:cNvSpPr txBox="1"/>
          <p:nvPr/>
        </p:nvSpPr>
        <p:spPr>
          <a:xfrm>
            <a:off x="9238893" y="3082671"/>
            <a:ext cx="111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9AE917A-785A-6124-6A3F-39D0A0590040}"/>
              </a:ext>
            </a:extLst>
          </p:cNvPr>
          <p:cNvSpPr txBox="1"/>
          <p:nvPr/>
        </p:nvSpPr>
        <p:spPr>
          <a:xfrm>
            <a:off x="9221643" y="3536194"/>
            <a:ext cx="111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6936223-829D-0CF0-C11A-C98258D8ABD6}"/>
              </a:ext>
            </a:extLst>
          </p:cNvPr>
          <p:cNvSpPr/>
          <p:nvPr/>
        </p:nvSpPr>
        <p:spPr>
          <a:xfrm>
            <a:off x="3359986" y="2125527"/>
            <a:ext cx="655601" cy="3278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F3A7EA7-DFD4-D835-BE83-7845CDAE0AA0}"/>
              </a:ext>
            </a:extLst>
          </p:cNvPr>
          <p:cNvSpPr/>
          <p:nvPr/>
        </p:nvSpPr>
        <p:spPr>
          <a:xfrm>
            <a:off x="3359985" y="2538545"/>
            <a:ext cx="655601" cy="3278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730BE5F-7CC4-9E2E-239C-EA3A2F511BB7}"/>
              </a:ext>
            </a:extLst>
          </p:cNvPr>
          <p:cNvSpPr txBox="1"/>
          <p:nvPr/>
        </p:nvSpPr>
        <p:spPr>
          <a:xfrm>
            <a:off x="2700059" y="2092156"/>
            <a:ext cx="111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+24V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AC3AF1B-04C8-3AFA-4D49-997BC0CB3BAD}"/>
              </a:ext>
            </a:extLst>
          </p:cNvPr>
          <p:cNvSpPr txBox="1"/>
          <p:nvPr/>
        </p:nvSpPr>
        <p:spPr>
          <a:xfrm>
            <a:off x="2669866" y="2467321"/>
            <a:ext cx="111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GND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DAADC0A-A663-1023-CF9D-CDFBA3A64B5D}"/>
              </a:ext>
            </a:extLst>
          </p:cNvPr>
          <p:cNvSpPr/>
          <p:nvPr/>
        </p:nvSpPr>
        <p:spPr>
          <a:xfrm>
            <a:off x="3454876" y="3305244"/>
            <a:ext cx="655601" cy="4993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6182AE1-8CE3-7D9C-3347-A664B157EF96}"/>
              </a:ext>
            </a:extLst>
          </p:cNvPr>
          <p:cNvSpPr/>
          <p:nvPr/>
        </p:nvSpPr>
        <p:spPr>
          <a:xfrm>
            <a:off x="3454876" y="3898527"/>
            <a:ext cx="655601" cy="4993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F0ABC14-BEDF-B63C-5C17-69E79246235A}"/>
              </a:ext>
            </a:extLst>
          </p:cNvPr>
          <p:cNvSpPr txBox="1"/>
          <p:nvPr/>
        </p:nvSpPr>
        <p:spPr>
          <a:xfrm>
            <a:off x="2756123" y="3319234"/>
            <a:ext cx="111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RJ45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10B560D-EEAB-A9B4-D570-C946CEFE382F}"/>
              </a:ext>
            </a:extLst>
          </p:cNvPr>
          <p:cNvSpPr txBox="1"/>
          <p:nvPr/>
        </p:nvSpPr>
        <p:spPr>
          <a:xfrm>
            <a:off x="2803584" y="3920007"/>
            <a:ext cx="111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RJ45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4F3BB8A-F71F-4A3E-F657-754EC67A9597}"/>
              </a:ext>
            </a:extLst>
          </p:cNvPr>
          <p:cNvSpPr/>
          <p:nvPr/>
        </p:nvSpPr>
        <p:spPr>
          <a:xfrm>
            <a:off x="7608507" y="2890478"/>
            <a:ext cx="473018" cy="8168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66AD3C2-5004-2145-BB48-62DB775F5D7F}"/>
              </a:ext>
            </a:extLst>
          </p:cNvPr>
          <p:cNvSpPr/>
          <p:nvPr/>
        </p:nvSpPr>
        <p:spPr>
          <a:xfrm>
            <a:off x="5891861" y="2185248"/>
            <a:ext cx="3122755" cy="2371325"/>
          </a:xfrm>
          <a:prstGeom prst="rect">
            <a:avLst/>
          </a:prstGeom>
          <a:noFill/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287A3CA3-88AD-8BF8-6A86-6FF6FC925289}"/>
              </a:ext>
            </a:extLst>
          </p:cNvPr>
          <p:cNvSpPr txBox="1"/>
          <p:nvPr/>
        </p:nvSpPr>
        <p:spPr>
          <a:xfrm>
            <a:off x="5870304" y="4016799"/>
            <a:ext cx="1616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Kontur Kühlkörper, höhe 40 mm 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23272810-F86D-2319-AA44-20714FAC1295}"/>
              </a:ext>
            </a:extLst>
          </p:cNvPr>
          <p:cNvSpPr txBox="1"/>
          <p:nvPr/>
        </p:nvSpPr>
        <p:spPr>
          <a:xfrm>
            <a:off x="10023928" y="3137305"/>
            <a:ext cx="1367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Ca. 120 mm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7F8D49E9-F5A8-CCF2-0B20-242B320F89BC}"/>
              </a:ext>
            </a:extLst>
          </p:cNvPr>
          <p:cNvSpPr txBox="1"/>
          <p:nvPr/>
        </p:nvSpPr>
        <p:spPr>
          <a:xfrm>
            <a:off x="5733724" y="5240547"/>
            <a:ext cx="1367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Ca. 150 mm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F844ECC7-9088-00B0-2632-AD21D30468AC}"/>
              </a:ext>
            </a:extLst>
          </p:cNvPr>
          <p:cNvSpPr txBox="1"/>
          <p:nvPr/>
        </p:nvSpPr>
        <p:spPr>
          <a:xfrm rot="16200000">
            <a:off x="7311051" y="3114240"/>
            <a:ext cx="111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IPM</a:t>
            </a: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4EF6FA20-78AA-D63C-A2F0-8F86FF231122}"/>
              </a:ext>
            </a:extLst>
          </p:cNvPr>
          <p:cNvCxnSpPr>
            <a:cxnSpLocks/>
          </p:cNvCxnSpPr>
          <p:nvPr/>
        </p:nvCxnSpPr>
        <p:spPr>
          <a:xfrm>
            <a:off x="5891861" y="2403175"/>
            <a:ext cx="308971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C0F971D4-480F-6156-15A9-0D293BEC165F}"/>
              </a:ext>
            </a:extLst>
          </p:cNvPr>
          <p:cNvCxnSpPr>
            <a:cxnSpLocks/>
          </p:cNvCxnSpPr>
          <p:nvPr/>
        </p:nvCxnSpPr>
        <p:spPr>
          <a:xfrm flipV="1">
            <a:off x="6065814" y="2290672"/>
            <a:ext cx="0" cy="226590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BEA8C175-97D1-3B31-11B7-BF9013E40586}"/>
              </a:ext>
            </a:extLst>
          </p:cNvPr>
          <p:cNvSpPr txBox="1"/>
          <p:nvPr/>
        </p:nvSpPr>
        <p:spPr>
          <a:xfrm>
            <a:off x="6915534" y="2000582"/>
            <a:ext cx="1367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Ca. 117 mm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0977E94-A15F-CCA0-6C4C-DAA09D7EF970}"/>
              </a:ext>
            </a:extLst>
          </p:cNvPr>
          <p:cNvSpPr txBox="1"/>
          <p:nvPr/>
        </p:nvSpPr>
        <p:spPr>
          <a:xfrm>
            <a:off x="5993942" y="3134568"/>
            <a:ext cx="1367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Ca. 100 mm</a:t>
            </a:r>
          </a:p>
        </p:txBody>
      </p:sp>
    </p:spTree>
    <p:extLst>
      <p:ext uri="{BB962C8B-B14F-4D97-AF65-F5344CB8AC3E}">
        <p14:creationId xmlns:p14="http://schemas.microsoft.com/office/powerpoint/2010/main" val="279865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hteck 31">
            <a:extLst>
              <a:ext uri="{FF2B5EF4-FFF2-40B4-BE49-F238E27FC236}">
                <a16:creationId xmlns:a16="http://schemas.microsoft.com/office/drawing/2014/main" id="{D4F3BB8A-F71F-4A3E-F657-754EC67A9597}"/>
              </a:ext>
            </a:extLst>
          </p:cNvPr>
          <p:cNvSpPr/>
          <p:nvPr/>
        </p:nvSpPr>
        <p:spPr>
          <a:xfrm>
            <a:off x="4721655" y="2951333"/>
            <a:ext cx="473018" cy="8168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F844ECC7-9088-00B0-2632-AD21D30468AC}"/>
              </a:ext>
            </a:extLst>
          </p:cNvPr>
          <p:cNvSpPr txBox="1"/>
          <p:nvPr/>
        </p:nvSpPr>
        <p:spPr>
          <a:xfrm rot="16200000">
            <a:off x="4424199" y="3175095"/>
            <a:ext cx="111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IPM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A58F107-28D6-1000-A02B-A81C26EEA41B}"/>
              </a:ext>
            </a:extLst>
          </p:cNvPr>
          <p:cNvSpPr/>
          <p:nvPr/>
        </p:nvSpPr>
        <p:spPr>
          <a:xfrm>
            <a:off x="2150397" y="3797639"/>
            <a:ext cx="388452" cy="3693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0BFDE87-6887-E799-A520-0F7E28525DAE}"/>
              </a:ext>
            </a:extLst>
          </p:cNvPr>
          <p:cNvCxnSpPr>
            <a:stCxn id="38" idx="1"/>
            <a:endCxn id="38" idx="5"/>
          </p:cNvCxnSpPr>
          <p:nvPr/>
        </p:nvCxnSpPr>
        <p:spPr>
          <a:xfrm>
            <a:off x="2207284" y="3851726"/>
            <a:ext cx="274678" cy="261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D8B627E-5C1F-97E1-8A5A-BAA5DAAD0A14}"/>
              </a:ext>
            </a:extLst>
          </p:cNvPr>
          <p:cNvCxnSpPr>
            <a:stCxn id="38" idx="3"/>
            <a:endCxn id="38" idx="7"/>
          </p:cNvCxnSpPr>
          <p:nvPr/>
        </p:nvCxnSpPr>
        <p:spPr>
          <a:xfrm flipV="1">
            <a:off x="2207284" y="3851726"/>
            <a:ext cx="274678" cy="261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BFA9F97F-C5F3-F875-541B-03C1CB03B122}"/>
              </a:ext>
            </a:extLst>
          </p:cNvPr>
          <p:cNvSpPr/>
          <p:nvPr/>
        </p:nvSpPr>
        <p:spPr>
          <a:xfrm>
            <a:off x="3210048" y="2553599"/>
            <a:ext cx="388452" cy="3693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5A65FB5-AC88-5BA8-C4AD-BF5961598EBE}"/>
              </a:ext>
            </a:extLst>
          </p:cNvPr>
          <p:cNvCxnSpPr>
            <a:stCxn id="43" idx="1"/>
            <a:endCxn id="43" idx="5"/>
          </p:cNvCxnSpPr>
          <p:nvPr/>
        </p:nvCxnSpPr>
        <p:spPr>
          <a:xfrm>
            <a:off x="3266935" y="2607686"/>
            <a:ext cx="274678" cy="261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CDF0B27-3A02-4133-DE86-00A7A6ADB178}"/>
              </a:ext>
            </a:extLst>
          </p:cNvPr>
          <p:cNvCxnSpPr>
            <a:stCxn id="43" idx="3"/>
            <a:endCxn id="43" idx="7"/>
          </p:cNvCxnSpPr>
          <p:nvPr/>
        </p:nvCxnSpPr>
        <p:spPr>
          <a:xfrm flipV="1">
            <a:off x="3266935" y="2607686"/>
            <a:ext cx="274678" cy="261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A10E1A9B-FBE6-9ED8-BE85-6EDAA14A1967}"/>
              </a:ext>
            </a:extLst>
          </p:cNvPr>
          <p:cNvSpPr/>
          <p:nvPr/>
        </p:nvSpPr>
        <p:spPr>
          <a:xfrm>
            <a:off x="6415616" y="3797639"/>
            <a:ext cx="388452" cy="3693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1884E11-4B78-5654-D805-016ACBDC057E}"/>
              </a:ext>
            </a:extLst>
          </p:cNvPr>
          <p:cNvCxnSpPr>
            <a:stCxn id="46" idx="1"/>
            <a:endCxn id="46" idx="5"/>
          </p:cNvCxnSpPr>
          <p:nvPr/>
        </p:nvCxnSpPr>
        <p:spPr>
          <a:xfrm>
            <a:off x="6472503" y="3851726"/>
            <a:ext cx="274678" cy="261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6854E16-6F44-3636-2328-C4EC433173CF}"/>
              </a:ext>
            </a:extLst>
          </p:cNvPr>
          <p:cNvCxnSpPr>
            <a:stCxn id="46" idx="3"/>
            <a:endCxn id="46" idx="7"/>
          </p:cNvCxnSpPr>
          <p:nvPr/>
        </p:nvCxnSpPr>
        <p:spPr>
          <a:xfrm flipV="1">
            <a:off x="6472503" y="3851726"/>
            <a:ext cx="274678" cy="261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B400D403-B100-9751-8954-A0D0E5FE8F4E}"/>
              </a:ext>
            </a:extLst>
          </p:cNvPr>
          <p:cNvSpPr/>
          <p:nvPr/>
        </p:nvSpPr>
        <p:spPr>
          <a:xfrm>
            <a:off x="5080149" y="1651775"/>
            <a:ext cx="388452" cy="3693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3D776B4-BB1E-3A76-78B7-FE2E4BDCB5E3}"/>
              </a:ext>
            </a:extLst>
          </p:cNvPr>
          <p:cNvCxnSpPr>
            <a:stCxn id="49" idx="1"/>
            <a:endCxn id="49" idx="5"/>
          </p:cNvCxnSpPr>
          <p:nvPr/>
        </p:nvCxnSpPr>
        <p:spPr>
          <a:xfrm>
            <a:off x="5137036" y="1705862"/>
            <a:ext cx="274678" cy="261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1E4E278-E963-44EA-6FB4-FA5E32683849}"/>
              </a:ext>
            </a:extLst>
          </p:cNvPr>
          <p:cNvCxnSpPr>
            <a:cxnSpLocks/>
            <a:stCxn id="49" idx="3"/>
            <a:endCxn id="49" idx="7"/>
          </p:cNvCxnSpPr>
          <p:nvPr/>
        </p:nvCxnSpPr>
        <p:spPr>
          <a:xfrm flipV="1">
            <a:off x="5137036" y="1705862"/>
            <a:ext cx="274678" cy="261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1">
            <a:extLst>
              <a:ext uri="{FF2B5EF4-FFF2-40B4-BE49-F238E27FC236}">
                <a16:creationId xmlns:a16="http://schemas.microsoft.com/office/drawing/2014/main" id="{FF93F02D-F8FD-3240-E5D2-C9E0599C8281}"/>
              </a:ext>
            </a:extLst>
          </p:cNvPr>
          <p:cNvCxnSpPr>
            <a:cxnSpLocks/>
          </p:cNvCxnSpPr>
          <p:nvPr/>
        </p:nvCxnSpPr>
        <p:spPr>
          <a:xfrm>
            <a:off x="3434229" y="2948285"/>
            <a:ext cx="1473051" cy="304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1">
            <a:extLst>
              <a:ext uri="{FF2B5EF4-FFF2-40B4-BE49-F238E27FC236}">
                <a16:creationId xmlns:a16="http://schemas.microsoft.com/office/drawing/2014/main" id="{C5069DEE-D624-E83C-3C41-84F215401D17}"/>
              </a:ext>
            </a:extLst>
          </p:cNvPr>
          <p:cNvCxnSpPr>
            <a:cxnSpLocks/>
          </p:cNvCxnSpPr>
          <p:nvPr/>
        </p:nvCxnSpPr>
        <p:spPr>
          <a:xfrm>
            <a:off x="4975178" y="2334342"/>
            <a:ext cx="228973" cy="105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7">
            <a:extLst>
              <a:ext uri="{FF2B5EF4-FFF2-40B4-BE49-F238E27FC236}">
                <a16:creationId xmlns:a16="http://schemas.microsoft.com/office/drawing/2014/main" id="{D93D847F-8921-45BD-4629-014F83F6E4E8}"/>
              </a:ext>
            </a:extLst>
          </p:cNvPr>
          <p:cNvCxnSpPr>
            <a:cxnSpLocks/>
          </p:cNvCxnSpPr>
          <p:nvPr/>
        </p:nvCxnSpPr>
        <p:spPr>
          <a:xfrm flipH="1">
            <a:off x="5009054" y="3978584"/>
            <a:ext cx="152509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7">
            <a:extLst>
              <a:ext uri="{FF2B5EF4-FFF2-40B4-BE49-F238E27FC236}">
                <a16:creationId xmlns:a16="http://schemas.microsoft.com/office/drawing/2014/main" id="{51C76E73-E726-2D39-D471-26A80BE01062}"/>
              </a:ext>
            </a:extLst>
          </p:cNvPr>
          <p:cNvCxnSpPr>
            <a:cxnSpLocks/>
          </p:cNvCxnSpPr>
          <p:nvPr/>
        </p:nvCxnSpPr>
        <p:spPr>
          <a:xfrm flipV="1">
            <a:off x="4965700" y="1762261"/>
            <a:ext cx="0" cy="79439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feld 25">
            <a:extLst>
              <a:ext uri="{FF2B5EF4-FFF2-40B4-BE49-F238E27FC236}">
                <a16:creationId xmlns:a16="http://schemas.microsoft.com/office/drawing/2014/main" id="{5419F6C9-1734-53CC-3395-4AA587F01E98}"/>
              </a:ext>
            </a:extLst>
          </p:cNvPr>
          <p:cNvSpPr txBox="1"/>
          <p:nvPr/>
        </p:nvSpPr>
        <p:spPr>
          <a:xfrm>
            <a:off x="3241326" y="2998086"/>
            <a:ext cx="1367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Ca. 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26.7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mm</a:t>
            </a:r>
          </a:p>
        </p:txBody>
      </p:sp>
      <p:sp>
        <p:nvSpPr>
          <p:cNvPr id="70" name="Textfeld 25">
            <a:extLst>
              <a:ext uri="{FF2B5EF4-FFF2-40B4-BE49-F238E27FC236}">
                <a16:creationId xmlns:a16="http://schemas.microsoft.com/office/drawing/2014/main" id="{14A01BA8-C0D7-DF0D-EA9F-BB5637C84581}"/>
              </a:ext>
            </a:extLst>
          </p:cNvPr>
          <p:cNvSpPr txBox="1"/>
          <p:nvPr/>
        </p:nvSpPr>
        <p:spPr>
          <a:xfrm>
            <a:off x="5024149" y="2046060"/>
            <a:ext cx="1367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Ca. 3.3 mm</a:t>
            </a:r>
          </a:p>
        </p:txBody>
      </p:sp>
      <p:sp>
        <p:nvSpPr>
          <p:cNvPr id="71" name="Textfeld 25">
            <a:extLst>
              <a:ext uri="{FF2B5EF4-FFF2-40B4-BE49-F238E27FC236}">
                <a16:creationId xmlns:a16="http://schemas.microsoft.com/office/drawing/2014/main" id="{71633B82-979D-9563-54DB-8B521AD7C5E1}"/>
              </a:ext>
            </a:extLst>
          </p:cNvPr>
          <p:cNvSpPr txBox="1"/>
          <p:nvPr/>
        </p:nvSpPr>
        <p:spPr>
          <a:xfrm rot="16200000">
            <a:off x="3969534" y="1721352"/>
            <a:ext cx="1367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Ca. 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14.5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mm</a:t>
            </a:r>
          </a:p>
        </p:txBody>
      </p:sp>
      <p:sp>
        <p:nvSpPr>
          <p:cNvPr id="72" name="Textfeld 25">
            <a:extLst>
              <a:ext uri="{FF2B5EF4-FFF2-40B4-BE49-F238E27FC236}">
                <a16:creationId xmlns:a16="http://schemas.microsoft.com/office/drawing/2014/main" id="{1847DD11-D27C-6734-769D-C70493D80873}"/>
              </a:ext>
            </a:extLst>
          </p:cNvPr>
          <p:cNvSpPr txBox="1"/>
          <p:nvPr/>
        </p:nvSpPr>
        <p:spPr>
          <a:xfrm>
            <a:off x="5146393" y="4092852"/>
            <a:ext cx="1367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Ca. 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31.3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mm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3970B35-BF73-A093-E30D-B61BAFDC5A62}"/>
              </a:ext>
            </a:extLst>
          </p:cNvPr>
          <p:cNvSpPr/>
          <p:nvPr/>
        </p:nvSpPr>
        <p:spPr>
          <a:xfrm>
            <a:off x="4757941" y="2556656"/>
            <a:ext cx="388452" cy="3693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595AB2C-EF68-4851-0471-72F5DD48654D}"/>
              </a:ext>
            </a:extLst>
          </p:cNvPr>
          <p:cNvCxnSpPr>
            <a:stCxn id="73" idx="1"/>
            <a:endCxn id="73" idx="5"/>
          </p:cNvCxnSpPr>
          <p:nvPr/>
        </p:nvCxnSpPr>
        <p:spPr>
          <a:xfrm>
            <a:off x="4814828" y="2610743"/>
            <a:ext cx="274678" cy="261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78B94A1-B877-EDA1-FAB2-905F888D0391}"/>
              </a:ext>
            </a:extLst>
          </p:cNvPr>
          <p:cNvCxnSpPr>
            <a:stCxn id="73" idx="3"/>
            <a:endCxn id="73" idx="7"/>
          </p:cNvCxnSpPr>
          <p:nvPr/>
        </p:nvCxnSpPr>
        <p:spPr>
          <a:xfrm flipV="1">
            <a:off x="4814828" y="2610743"/>
            <a:ext cx="274678" cy="261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AD9B8ACE-4E6B-8F6F-45A3-2816550B8966}"/>
              </a:ext>
            </a:extLst>
          </p:cNvPr>
          <p:cNvSpPr/>
          <p:nvPr/>
        </p:nvSpPr>
        <p:spPr>
          <a:xfrm>
            <a:off x="4780952" y="3797639"/>
            <a:ext cx="388452" cy="3693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143756B-29C3-4957-44B1-D90E58C1674E}"/>
              </a:ext>
            </a:extLst>
          </p:cNvPr>
          <p:cNvCxnSpPr>
            <a:stCxn id="76" idx="1"/>
            <a:endCxn id="76" idx="5"/>
          </p:cNvCxnSpPr>
          <p:nvPr/>
        </p:nvCxnSpPr>
        <p:spPr>
          <a:xfrm>
            <a:off x="4837839" y="3851726"/>
            <a:ext cx="274678" cy="261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4DB9B87-9ED0-2673-679B-7F56385667B2}"/>
              </a:ext>
            </a:extLst>
          </p:cNvPr>
          <p:cNvCxnSpPr>
            <a:stCxn id="76" idx="3"/>
            <a:endCxn id="76" idx="7"/>
          </p:cNvCxnSpPr>
          <p:nvPr/>
        </p:nvCxnSpPr>
        <p:spPr>
          <a:xfrm flipV="1">
            <a:off x="4837839" y="3851726"/>
            <a:ext cx="274678" cy="261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mit Pfeil 1">
            <a:extLst>
              <a:ext uri="{FF2B5EF4-FFF2-40B4-BE49-F238E27FC236}">
                <a16:creationId xmlns:a16="http://schemas.microsoft.com/office/drawing/2014/main" id="{C38B4B24-2416-42F0-B8C4-6EACDE4D9DF8}"/>
              </a:ext>
            </a:extLst>
          </p:cNvPr>
          <p:cNvCxnSpPr>
            <a:cxnSpLocks/>
          </p:cNvCxnSpPr>
          <p:nvPr/>
        </p:nvCxnSpPr>
        <p:spPr>
          <a:xfrm>
            <a:off x="2374571" y="3978584"/>
            <a:ext cx="2577596" cy="506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feld 25">
            <a:extLst>
              <a:ext uri="{FF2B5EF4-FFF2-40B4-BE49-F238E27FC236}">
                <a16:creationId xmlns:a16="http://schemas.microsoft.com/office/drawing/2014/main" id="{0A625F1F-569F-6347-6745-47AE2B9DEF10}"/>
              </a:ext>
            </a:extLst>
          </p:cNvPr>
          <p:cNvSpPr txBox="1"/>
          <p:nvPr/>
        </p:nvSpPr>
        <p:spPr>
          <a:xfrm>
            <a:off x="3179701" y="4024914"/>
            <a:ext cx="1367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Ca. 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38.7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mm</a:t>
            </a:r>
          </a:p>
        </p:txBody>
      </p:sp>
      <p:cxnSp>
        <p:nvCxnSpPr>
          <p:cNvPr id="84" name="Gerade Verbindung mit Pfeil 7">
            <a:extLst>
              <a:ext uri="{FF2B5EF4-FFF2-40B4-BE49-F238E27FC236}">
                <a16:creationId xmlns:a16="http://schemas.microsoft.com/office/drawing/2014/main" id="{6779554B-F03F-6430-B4A4-AE19C4CB3D59}"/>
              </a:ext>
            </a:extLst>
          </p:cNvPr>
          <p:cNvCxnSpPr>
            <a:cxnSpLocks/>
          </p:cNvCxnSpPr>
          <p:nvPr/>
        </p:nvCxnSpPr>
        <p:spPr>
          <a:xfrm flipV="1">
            <a:off x="5318449" y="2770286"/>
            <a:ext cx="0" cy="117894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feld 25">
            <a:extLst>
              <a:ext uri="{FF2B5EF4-FFF2-40B4-BE49-F238E27FC236}">
                <a16:creationId xmlns:a16="http://schemas.microsoft.com/office/drawing/2014/main" id="{76BE0EAB-65F7-C720-DF48-9A726E02041F}"/>
              </a:ext>
            </a:extLst>
          </p:cNvPr>
          <p:cNvSpPr txBox="1"/>
          <p:nvPr/>
        </p:nvSpPr>
        <p:spPr>
          <a:xfrm rot="16200000">
            <a:off x="4899740" y="3110279"/>
            <a:ext cx="1367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Ca. 33.5 mm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4C7D5E-2207-47CF-B55D-A56E1F5C694E}"/>
              </a:ext>
            </a:extLst>
          </p:cNvPr>
          <p:cNvSpPr txBox="1"/>
          <p:nvPr/>
        </p:nvSpPr>
        <p:spPr>
          <a:xfrm>
            <a:off x="684848" y="367282"/>
            <a:ext cx="3072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Kühlkörper Bohrungen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589981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hoernermi</dc:creator>
  <cp:lastModifiedBy>starostve</cp:lastModifiedBy>
  <cp:revision>4</cp:revision>
  <dcterms:created xsi:type="dcterms:W3CDTF">2022-12-21T09:38:17Z</dcterms:created>
  <dcterms:modified xsi:type="dcterms:W3CDTF">2023-01-09T11:55:27Z</dcterms:modified>
</cp:coreProperties>
</file>